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263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121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287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36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297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22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128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45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14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88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037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9774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012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785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602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4643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93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2F58112-D5E3-42FD-9954-CD0930B0108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81439-9947-40BD-AB37-BF249932EC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360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2D778-1DD1-4CED-A0E9-FE6D6401F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Lógica de Programação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BF68FE-84E6-4F3D-B1E8-E1F8EF2D7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1"/>
            <a:ext cx="8825658" cy="861420"/>
          </a:xfrm>
        </p:spPr>
        <p:txBody>
          <a:bodyPr/>
          <a:lstStyle/>
          <a:p>
            <a:r>
              <a:rPr lang="pt-BR" dirty="0"/>
              <a:t>Aula 03</a:t>
            </a:r>
          </a:p>
        </p:txBody>
      </p:sp>
    </p:spTree>
    <p:extLst>
      <p:ext uri="{BB962C8B-B14F-4D97-AF65-F5344CB8AC3E}">
        <p14:creationId xmlns:p14="http://schemas.microsoft.com/office/powerpoint/2010/main" val="2160733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D8EDD-EA6C-4B8F-AA1F-D2195A92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 de Aulas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D9F5D0-A759-404F-841C-3136ED0B5DED}"/>
              </a:ext>
            </a:extLst>
          </p:cNvPr>
          <p:cNvSpPr txBox="1"/>
          <p:nvPr/>
        </p:nvSpPr>
        <p:spPr>
          <a:xfrm>
            <a:off x="1261872" y="2235200"/>
            <a:ext cx="61803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Introdução Raciocínio Lógico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Fluxograma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Pseudocódigo(Portugol)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Introdução a linguagem de programação(phyito)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Conceito de variáveis e tipos de Dados</a:t>
            </a:r>
          </a:p>
        </p:txBody>
      </p:sp>
    </p:spTree>
    <p:extLst>
      <p:ext uri="{BB962C8B-B14F-4D97-AF65-F5344CB8AC3E}">
        <p14:creationId xmlns:p14="http://schemas.microsoft.com/office/powerpoint/2010/main" val="2271937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Azul Quente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31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Íon</vt:lpstr>
      <vt:lpstr>Lógica de Programação</vt:lpstr>
      <vt:lpstr>Cronograma de Aulas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Lógica de Programação</dc:title>
  <dc:creator>ead</dc:creator>
  <cp:lastModifiedBy>ead</cp:lastModifiedBy>
  <cp:revision>4</cp:revision>
  <dcterms:created xsi:type="dcterms:W3CDTF">2026-02-24T14:24:17Z</dcterms:created>
  <dcterms:modified xsi:type="dcterms:W3CDTF">2026-02-24T14:52:09Z</dcterms:modified>
</cp:coreProperties>
</file>